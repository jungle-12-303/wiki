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5F35D94-9F1E-4844-93E0-5A128DD5D7E7}">
  <a:tblStyle styleId="{C5F35D94-9F1E-4844-93E0-5A128DD5D7E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6a8400ee8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6a8400ee8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6a8400ee8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6a8400ee8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6a8400ee8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6a8400ee8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6a8400ee8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6a8400ee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6a8400ee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6a8400ee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6a8400ee8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6a8400ee8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6a8400ee8_3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6a8400ee8_3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6a8400ee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6a8400ee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6a8400ee8_4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6a8400ee8_4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6a8400ee8_4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6a8400ee8_4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6a8400ee8_4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e6a8400ee8_4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6a8400e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6a8400e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6a8400ee8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6a8400ee8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6a8400ee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6a8400ee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6a8400ee8_4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6a8400ee8_4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6a8400ee8_4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e6a8400ee8_4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6a8400ee8_4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e6a8400ee8_4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6a8400ee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e6a8400ee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6a8400ee8_3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6a8400ee8_3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핀토스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3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스레드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303호 5팀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홍윤기, 이민정, 이호준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1.</a:t>
            </a:r>
            <a:r>
              <a:rPr lang="ko"/>
              <a:t>리팩토링 - 책임 분리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너무 많은 책임이 섞여있다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명확하지 않은 책임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5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초기 목표</a:t>
            </a:r>
            <a:r>
              <a:rPr lang="ko"/>
              <a:t> : 테스트 통과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</a:t>
            </a:r>
            <a:endParaRPr>
              <a:solidFill>
                <a:srgbClr val="CC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리팩토링</a:t>
            </a:r>
            <a:r>
              <a:rPr lang="ko"/>
              <a:t> : 함수 분리 및 위치 재검토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[ 질문 ]</a:t>
            </a:r>
            <a:endParaRPr b="1"/>
          </a:p>
          <a:p>
            <a:pPr indent="-342900" lvl="0" marL="457200" rtl="0" algn="ctr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지금 함수가 해당 파일에서 다루는 자료구조를 변경하는가?</a:t>
            </a:r>
            <a:endParaRPr/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이 로직을 다른 곳에서도 같은 의미로 이해할 수 있는가?</a:t>
            </a:r>
            <a:endParaRPr/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함수 이름만 보고도 책임을 알 수 있는가?</a:t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1918380" y="1609532"/>
            <a:ext cx="5325000" cy="4617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CC0000"/>
                </a:solidFill>
              </a:rPr>
              <a:t>코드가 길어지고, 책임이 섞이는 문제 발생!!!</a:t>
            </a:r>
            <a:endParaRPr sz="20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6850" y="1124188"/>
            <a:ext cx="6263603" cy="1848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4" name="Google Shape;74;p16"/>
          <p:cNvGraphicFramePr/>
          <p:nvPr/>
        </p:nvGraphicFramePr>
        <p:xfrm>
          <a:off x="872650" y="37460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{C5F35D94-9F1E-4844-93E0-5A128DD5D7E7}</a:tableStyleId>
              </a:tblPr>
              <a:tblGrid>
                <a:gridCol w="1044425"/>
                <a:gridCol w="6334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파일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역할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timer.c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tick 증가, timer interrupt 처리 , sleep/wakeup 요청 전달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thread.c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`wakeup_ticks` 설정, `sleep_list` 관리, thread block/unblock 처리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7325" y="1441250"/>
            <a:ext cx="602932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525" y="804475"/>
            <a:ext cx="8866952" cy="279384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파일 별 책임 분리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</a:t>
            </a:r>
            <a:r>
              <a:rPr lang="ko"/>
              <a:t>주석을 꼼꼼히 보자!</a:t>
            </a:r>
            <a:endParaRPr/>
          </a:p>
        </p:txBody>
      </p:sp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주석에는 생각보다 많은 정보들이 나와있다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주석을 꼼꼼히</a:t>
            </a:r>
            <a:r>
              <a:rPr lang="ko"/>
              <a:t> 보자!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275" y="1063475"/>
            <a:ext cx="2883875" cy="385275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2342800" y="1115850"/>
            <a:ext cx="5325000" cy="4926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CC0000"/>
                </a:solidFill>
              </a:rPr>
              <a:t>priority-sema 출력 순서가 어긋</a:t>
            </a:r>
            <a:r>
              <a:rPr lang="ko" sz="2000">
                <a:solidFill>
                  <a:srgbClr val="CC0000"/>
                </a:solidFill>
              </a:rPr>
              <a:t>나는 문제 발생!!!</a:t>
            </a:r>
            <a:endParaRPr sz="2000">
              <a:solidFill>
                <a:srgbClr val="CC0000"/>
              </a:solidFill>
            </a:endParaRPr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9000" y="1706600"/>
            <a:ext cx="4695376" cy="33113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/>
          <p:nvPr/>
        </p:nvSpPr>
        <p:spPr>
          <a:xfrm rot="-10420698">
            <a:off x="5506909" y="4422467"/>
            <a:ext cx="615744" cy="39692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주석을 </a:t>
            </a:r>
            <a:r>
              <a:rPr lang="ko"/>
              <a:t>꼼꼼히</a:t>
            </a:r>
            <a:r>
              <a:rPr lang="ko"/>
              <a:t> 보자!</a:t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7975" y="1017725"/>
            <a:ext cx="7168060" cy="397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주석을 </a:t>
            </a:r>
            <a:r>
              <a:rPr lang="ko"/>
              <a:t>꼼꼼히</a:t>
            </a:r>
            <a:r>
              <a:rPr lang="ko"/>
              <a:t> 보자!</a:t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700" y="1017725"/>
            <a:ext cx="8518097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/>
          <p:nvPr/>
        </p:nvSpPr>
        <p:spPr>
          <a:xfrm rot="-10420698">
            <a:off x="2166084" y="4322942"/>
            <a:ext cx="615744" cy="39692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 txBox="1"/>
          <p:nvPr/>
        </p:nvSpPr>
        <p:spPr>
          <a:xfrm>
            <a:off x="2949051" y="4317749"/>
            <a:ext cx="2837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CC0000"/>
                </a:solidFill>
              </a:rPr>
              <a:t>thread_yield() 위치 변경</a:t>
            </a:r>
            <a:endParaRPr sz="20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3.priority</a:t>
            </a:r>
            <a:endParaRPr/>
          </a:p>
        </p:txBody>
      </p:sp>
      <p:sp>
        <p:nvSpPr>
          <p:cNvPr id="112" name="Google Shape;112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꺼진 불도 다시 보자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과제</a:t>
            </a:r>
            <a:r>
              <a:rPr lang="ko"/>
              <a:t>: priority-sema, priority-condvar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semaphore waiters를 priority 순으로 wake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condition waiters를 priority 순으로 signal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`list_insert_orderd` </a:t>
            </a:r>
            <a:r>
              <a:rPr lang="ko"/>
              <a:t>사용</a:t>
            </a:r>
            <a:endParaRPr/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025" y="2397275"/>
            <a:ext cx="6473701" cy="244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0050" y="1151500"/>
            <a:ext cx="5570148" cy="2566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3" title="Screenshot 2026-04-30 at 3.04.55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0475" y="1248600"/>
            <a:ext cx="2337450" cy="9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3"/>
          <p:cNvSpPr txBox="1"/>
          <p:nvPr/>
        </p:nvSpPr>
        <p:spPr>
          <a:xfrm>
            <a:off x="1872900" y="1872900"/>
            <a:ext cx="1267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2"/>
                </a:solidFill>
              </a:rPr>
              <a:t>변수 추가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28" name="Google Shape;128;p23"/>
          <p:cNvSpPr txBox="1"/>
          <p:nvPr/>
        </p:nvSpPr>
        <p:spPr>
          <a:xfrm>
            <a:off x="3671275" y="4221025"/>
            <a:ext cx="530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내림차순 정렬 보장 삽입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ko"/>
              <a:t>`list_insert_orderd` 사용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425" y="2254550"/>
            <a:ext cx="5689050" cy="26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4900" y="1218650"/>
            <a:ext cx="5310125" cy="221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4"/>
          <p:cNvSpPr txBox="1"/>
          <p:nvPr/>
        </p:nvSpPr>
        <p:spPr>
          <a:xfrm>
            <a:off x="3671275" y="4221025"/>
            <a:ext cx="530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pop_front()하여 높은 우선순위 pop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Test pass == Correct code?</a:t>
            </a:r>
            <a:endParaRPr/>
          </a:p>
        </p:txBody>
      </p:sp>
      <p:pic>
        <p:nvPicPr>
          <p:cNvPr id="142" name="Google Shape;142;p25" title="Screenshot 2026-04-29 at 11.29.2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1825" y="1819275"/>
            <a:ext cx="2800350" cy="1504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25"/>
          <p:cNvCxnSpPr/>
          <p:nvPr/>
        </p:nvCxnSpPr>
        <p:spPr>
          <a:xfrm rot="10800000">
            <a:off x="3218400" y="2478375"/>
            <a:ext cx="1183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Test pass ! = Correct code: </a:t>
            </a:r>
            <a:r>
              <a:rPr lang="ko"/>
              <a:t>문제 발생</a:t>
            </a:r>
            <a:endParaRPr/>
          </a:p>
        </p:txBody>
      </p:sp>
      <p:pic>
        <p:nvPicPr>
          <p:cNvPr id="149" name="Google Shape;149;p26" title="Screenshot 2026-04-29 at 11.36.5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0825" y="2009775"/>
            <a:ext cx="3562350" cy="1123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" name="Google Shape;150;p26"/>
          <p:cNvCxnSpPr/>
          <p:nvPr/>
        </p:nvCxnSpPr>
        <p:spPr>
          <a:xfrm rot="10800000">
            <a:off x="2855000" y="2879050"/>
            <a:ext cx="1183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" name="Google Shape;151;p26"/>
          <p:cNvSpPr txBox="1"/>
          <p:nvPr/>
        </p:nvSpPr>
        <p:spPr>
          <a:xfrm>
            <a:off x="311700" y="1270875"/>
            <a:ext cx="536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</a:rPr>
              <a:t>donate가 구현되었음에도 sema가 통과하지 않는 문제 발생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2" name="Google Shape;152;p26"/>
          <p:cNvSpPr txBox="1"/>
          <p:nvPr/>
        </p:nvSpPr>
        <p:spPr>
          <a:xfrm>
            <a:off x="311700" y="3320800"/>
            <a:ext cx="597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</a:rPr>
              <a:t>해결된 줄 알았던 priority-sema… 다시 확인해야했음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리펙토링</a:t>
            </a:r>
            <a:r>
              <a:rPr lang="ko"/>
              <a:t>: priority </a:t>
            </a:r>
            <a:r>
              <a:rPr lang="ko"/>
              <a:t>복사로 인한 문제…</a:t>
            </a:r>
            <a:endParaRPr/>
          </a:p>
        </p:txBody>
      </p:sp>
      <p:pic>
        <p:nvPicPr>
          <p:cNvPr id="158" name="Google Shape;158;p27" title="Screenshot 2026-04-30 at 1.19.3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900" y="1486950"/>
            <a:ext cx="4724400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7"/>
          <p:cNvSpPr txBox="1"/>
          <p:nvPr/>
        </p:nvSpPr>
        <p:spPr>
          <a:xfrm>
            <a:off x="2963100" y="2869925"/>
            <a:ext cx="536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donate로 인한 우선순위가 변경되면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semaphore waiters의 정렬 보장이 안 됨!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리펙토링: priority 복사로 인한 문제… </a:t>
            </a:r>
            <a:r>
              <a:rPr lang="ko"/>
              <a:t>해결</a:t>
            </a:r>
            <a:endParaRPr/>
          </a:p>
        </p:txBody>
      </p:sp>
      <p:pic>
        <p:nvPicPr>
          <p:cNvPr id="165" name="Google Shape;165;p28" title="Screenshot 2026-04-30 at 1.20.1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7" cy="10177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6" name="Google Shape;166;p28"/>
          <p:cNvCxnSpPr/>
          <p:nvPr/>
        </p:nvCxnSpPr>
        <p:spPr>
          <a:xfrm flipH="1">
            <a:off x="4565700" y="1994025"/>
            <a:ext cx="6300" cy="391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67" name="Google Shape;167;p28" title="Screenshot 2026-04-30 at 1.28.0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400" y="2571750"/>
            <a:ext cx="6776744" cy="212855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8"/>
          <p:cNvSpPr txBox="1"/>
          <p:nvPr/>
        </p:nvSpPr>
        <p:spPr>
          <a:xfrm>
            <a:off x="5960100" y="2907200"/>
            <a:ext cx="3183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</a:rPr>
              <a:t>priority멤버 삭제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</a:rPr>
              <a:t>스레드를 통해 직접 접근!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</a:rPr>
              <a:t>pop_front 수정?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ko"/>
              <a:t>리펙토링: use `list_max`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326" y="2191420"/>
            <a:ext cx="5224451" cy="26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6575" y="1017725"/>
            <a:ext cx="6205724" cy="230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리펙토링: use `list_max`</a:t>
            </a:r>
            <a:endParaRPr/>
          </a:p>
        </p:txBody>
      </p:sp>
      <p:pic>
        <p:nvPicPr>
          <p:cNvPr id="181" name="Google Shape;18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40150"/>
            <a:ext cx="4478626" cy="27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3950" y="1072725"/>
            <a:ext cx="4223224" cy="275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문제 해결 완료!</a:t>
            </a:r>
            <a:endParaRPr/>
          </a:p>
        </p:txBody>
      </p:sp>
      <p:pic>
        <p:nvPicPr>
          <p:cNvPr id="188" name="Google Shape;188;p31" title="Screenshot 2026-04-30 at 1.12.5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5600" y="1762125"/>
            <a:ext cx="3352800" cy="16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ctrTitle"/>
          </p:nvPr>
        </p:nvSpPr>
        <p:spPr>
          <a:xfrm>
            <a:off x="311708" y="9697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